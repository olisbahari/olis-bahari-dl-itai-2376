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CF7F-D837-EEB3-F2FF-62B7DB805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B542D-37C1-43B2-CE03-842332A1F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7F171-BB57-F87C-8717-59E4E746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F72EF-718E-2C37-2982-714FC953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4599D-E0EA-DDE3-ADFC-9D8189F5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8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3E76-A785-46E6-6A6C-AE32CCF8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58C24-2704-A9AC-0D69-A51DC151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32C65-D43E-0612-06FE-ED4EA82D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37E71-2F70-15E1-8DFA-FF0DC92A5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5C8CD-A2D8-09F6-F82B-8804F6BB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7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B92A-99B8-B8F6-1559-F2121D95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09538-4C7F-354D-44BB-A71AE481F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EECC2-7B06-3A90-401F-06B01714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EF3DA-4E88-5E72-9CE7-75B6B231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CE6E4-2EA8-D6F7-27E2-61E9F6FF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0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0237C-6417-FCB6-D2EB-8F223B37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BD0A8-08B3-9234-9ED6-519A5B392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98874-D22C-B1B5-C750-20DEE2A19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B02DD-C1A6-07E2-476B-85F677EE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4CF58-DE04-43DB-361D-9BDC3192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AD8F9-92C5-3E9D-4B15-61F1B1E2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0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0535-6C8B-4A8E-BAC1-DB9A7B34A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E0A3D-CBEB-D87A-31A0-767555BA5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E4D1A-FFD7-03F4-1A7C-E0D57B17C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5A834-090B-E624-AB6D-575F33D55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234EC7-709D-34AD-1B0B-EBECC457C8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DAB58D-01BB-7943-BA61-D7B28D04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55E74-3351-D440-B7B6-41D43B1A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F90B8E-A783-AE3A-EA88-67D34DBB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39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08E1-0ADF-C388-4655-C46CC12A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F2C37-3C59-AB86-5DC3-807D6749A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DC225-10DA-8BF8-2EA6-3FF2121A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284A5-6AD8-D45F-2E3E-15B735E5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8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87155-29FF-819B-BB59-7D41AF817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2E5AC-E269-9717-695C-DD911750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40E24-A6EB-601E-D2DE-E2FF57AD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23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5831-AB7B-4FDD-7612-CE886A59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05D80-75C3-6014-7C31-6ECF90C4A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8EFFE-0FA8-79E8-E43C-34607E849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85714-DDFE-9561-A7AB-B1487FF0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3FAD0-13A3-A569-11CD-0C1972C0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0ED37-1CBC-9E05-6B75-B39414BC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189D4-A884-FE8C-B0A7-31F3A584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F634F0-5339-396C-B8D0-20326F5C790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09323-CF2D-E957-A379-1B6151600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9B03B-E948-B0E0-AFA3-A2B9EB6B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135D-0160-F6DE-33A4-DBADAA5B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2C955-EC8C-EB13-4B17-CFC53115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AC12A-7995-2A88-CD34-60433BE6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18AF9-37F5-3AA6-8FFD-218EFC39B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1A1D-3485-1191-680F-E82921A8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E601E-0C7C-DBBE-D50E-77175000D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D4BFB-68DF-902E-A2E5-9D1B82C1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4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44F6D-8479-2D14-96DB-AFE1942B8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5B30B-5417-28C6-B782-A175757CB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C39B6-F194-87B8-DCA2-C8CA7559D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CD483-0E66-6707-3AD4-6D9B1398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A7E5A-7277-6C38-F2F8-CB669D9E8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2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56C211-ADB3-6B61-F4F9-3109B81F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4F39E-6ADC-49DF-C07F-6436E239B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F6859-B2F2-386A-30B3-FCE374851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B3F14-6776-4D8B-86C3-569F5A3DF5A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3D126-105F-80DB-0877-E4339154B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47864-BFEE-02A3-1D9A-9AC1478F8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CC6E2-432C-4578-B757-4AC9B2078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1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9DAE-BE85-1475-A164-25E95CC3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E7BA103-885B-9858-DD99-2FE1AE0517D1}"/>
              </a:ext>
            </a:extLst>
          </p:cNvPr>
          <p:cNvGrpSpPr/>
          <p:nvPr/>
        </p:nvGrpSpPr>
        <p:grpSpPr>
          <a:xfrm>
            <a:off x="398206" y="1034844"/>
            <a:ext cx="4119718" cy="2364659"/>
            <a:chOff x="1730476" y="1064341"/>
            <a:chExt cx="4119718" cy="236465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9A5F5C0-8A47-4B8E-7F96-D099FFFA27C4}"/>
                </a:ext>
              </a:extLst>
            </p:cNvPr>
            <p:cNvSpPr/>
            <p:nvPr/>
          </p:nvSpPr>
          <p:spPr>
            <a:xfrm>
              <a:off x="1730476" y="1740309"/>
              <a:ext cx="1700981" cy="993058"/>
            </a:xfrm>
            <a:prstGeom prst="round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Reflection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CA13D6C-20C0-E4DB-E51B-CC42F686D161}"/>
                </a:ext>
              </a:extLst>
            </p:cNvPr>
            <p:cNvSpPr/>
            <p:nvPr/>
          </p:nvSpPr>
          <p:spPr>
            <a:xfrm>
              <a:off x="4340941" y="1064341"/>
              <a:ext cx="1509253" cy="67596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Njeh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Ababio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7F88FD7-9130-B50A-AED4-7A6AC5E3A0F1}"/>
                </a:ext>
              </a:extLst>
            </p:cNvPr>
            <p:cNvSpPr/>
            <p:nvPr/>
          </p:nvSpPr>
          <p:spPr>
            <a:xfrm>
              <a:off x="4340941" y="1898854"/>
              <a:ext cx="1509253" cy="67596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Robert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Thompson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771F34C-7902-B94B-A05F-9E16E18FB584}"/>
                </a:ext>
              </a:extLst>
            </p:cNvPr>
            <p:cNvSpPr/>
            <p:nvPr/>
          </p:nvSpPr>
          <p:spPr>
            <a:xfrm>
              <a:off x="4340941" y="2753032"/>
              <a:ext cx="1509253" cy="67596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Olis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Bahari</a:t>
              </a:r>
            </a:p>
          </p:txBody>
        </p: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22ECD6A5-F862-5CF0-7979-06DEE9955A4C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 flipV="1">
              <a:off x="3431457" y="1402325"/>
              <a:ext cx="909484" cy="834513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0C8102DC-40F5-42FE-FE74-192F7106D8B4}"/>
                </a:ext>
              </a:extLst>
            </p:cNvPr>
            <p:cNvCxnSpPr>
              <a:stCxn id="4" idx="3"/>
              <a:endCxn id="10" idx="1"/>
            </p:cNvCxnSpPr>
            <p:nvPr/>
          </p:nvCxnSpPr>
          <p:spPr>
            <a:xfrm>
              <a:off x="3431457" y="2236838"/>
              <a:ext cx="909484" cy="854178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F879D65-0748-108F-4854-94B75646D1EA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>
              <a:off x="3431457" y="2236838"/>
              <a:ext cx="90948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A21532-DECF-347A-38F9-72292BB4749A}"/>
              </a:ext>
            </a:extLst>
          </p:cNvPr>
          <p:cNvGrpSpPr/>
          <p:nvPr/>
        </p:nvGrpSpPr>
        <p:grpSpPr>
          <a:xfrm>
            <a:off x="398206" y="3607824"/>
            <a:ext cx="4119718" cy="2364659"/>
            <a:chOff x="1730476" y="1064341"/>
            <a:chExt cx="4119718" cy="236465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16BCAF6-2DFE-9E99-0DD5-6A11DD7A21EF}"/>
                </a:ext>
              </a:extLst>
            </p:cNvPr>
            <p:cNvSpPr/>
            <p:nvPr/>
          </p:nvSpPr>
          <p:spPr>
            <a:xfrm>
              <a:off x="1730476" y="1740309"/>
              <a:ext cx="1700981" cy="993058"/>
            </a:xfrm>
            <a:prstGeom prst="round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Journal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1D88F44-B56B-8A30-C1DC-00DD8DB7CF00}"/>
                </a:ext>
              </a:extLst>
            </p:cNvPr>
            <p:cNvSpPr/>
            <p:nvPr/>
          </p:nvSpPr>
          <p:spPr>
            <a:xfrm>
              <a:off x="4340941" y="1064341"/>
              <a:ext cx="1509253" cy="67596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Njeh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Ababio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1B3C2F4D-3878-0538-8310-07D6AA30FD04}"/>
                </a:ext>
              </a:extLst>
            </p:cNvPr>
            <p:cNvSpPr/>
            <p:nvPr/>
          </p:nvSpPr>
          <p:spPr>
            <a:xfrm>
              <a:off x="4340941" y="1898854"/>
              <a:ext cx="1509253" cy="67596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Robert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Thompson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2AB4C96-9049-CEE5-52CA-35FE98B91366}"/>
                </a:ext>
              </a:extLst>
            </p:cNvPr>
            <p:cNvSpPr/>
            <p:nvPr/>
          </p:nvSpPr>
          <p:spPr>
            <a:xfrm>
              <a:off x="4340941" y="2753032"/>
              <a:ext cx="1509253" cy="67596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Olis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Bahari</a:t>
              </a:r>
            </a:p>
          </p:txBody>
        </p: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3F091A17-C238-EDCB-5326-BE6436E001AE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 flipV="1">
              <a:off x="3431457" y="1402325"/>
              <a:ext cx="909484" cy="834513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3BBB9B31-420D-7188-ABAE-EF895AD04E41}"/>
                </a:ext>
              </a:extLst>
            </p:cNvPr>
            <p:cNvCxnSpPr>
              <a:stCxn id="27" idx="3"/>
              <a:endCxn id="30" idx="1"/>
            </p:cNvCxnSpPr>
            <p:nvPr/>
          </p:nvCxnSpPr>
          <p:spPr>
            <a:xfrm>
              <a:off x="3431457" y="2236838"/>
              <a:ext cx="909484" cy="854178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DFC47B1-B5C3-C5C1-E797-0D6783E64624}"/>
                </a:ext>
              </a:extLst>
            </p:cNvPr>
            <p:cNvCxnSpPr>
              <a:stCxn id="27" idx="3"/>
              <a:endCxn id="29" idx="1"/>
            </p:cNvCxnSpPr>
            <p:nvPr/>
          </p:nvCxnSpPr>
          <p:spPr>
            <a:xfrm>
              <a:off x="3431457" y="2236838"/>
              <a:ext cx="90948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00381FD-EE06-0002-4CAF-9BCB368B6BD7}"/>
              </a:ext>
            </a:extLst>
          </p:cNvPr>
          <p:cNvSpPr/>
          <p:nvPr/>
        </p:nvSpPr>
        <p:spPr>
          <a:xfrm>
            <a:off x="7924797" y="1688230"/>
            <a:ext cx="1700981" cy="993058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>
                <a:solidFill>
                  <a:schemeClr val="tx1"/>
                </a:solidFill>
              </a:rPr>
              <a:t>Coding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6DCE859-ED66-AFC2-06FF-4DC93693968C}"/>
              </a:ext>
            </a:extLst>
          </p:cNvPr>
          <p:cNvSpPr/>
          <p:nvPr/>
        </p:nvSpPr>
        <p:spPr>
          <a:xfrm>
            <a:off x="10284541" y="1026242"/>
            <a:ext cx="1509253" cy="6759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Njeh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Ababio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CE738A4-0157-6380-08B4-FF84E8AA5656}"/>
              </a:ext>
            </a:extLst>
          </p:cNvPr>
          <p:cNvSpPr/>
          <p:nvPr/>
        </p:nvSpPr>
        <p:spPr>
          <a:xfrm>
            <a:off x="10284541" y="1846775"/>
            <a:ext cx="1509253" cy="6759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Robert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Thompson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093FABC-39DE-DDAF-DF2A-A9BD77E1E24D}"/>
              </a:ext>
            </a:extLst>
          </p:cNvPr>
          <p:cNvSpPr/>
          <p:nvPr/>
        </p:nvSpPr>
        <p:spPr>
          <a:xfrm>
            <a:off x="10284541" y="2714933"/>
            <a:ext cx="1509253" cy="6759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Olis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Bahari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AFAD87-AA4F-563C-9BC4-F2C52F943173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7334866" y="4780320"/>
            <a:ext cx="4866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BE1FA9E-3736-A4C5-7A64-0102AF2372CA}"/>
              </a:ext>
            </a:extLst>
          </p:cNvPr>
          <p:cNvSpPr/>
          <p:nvPr/>
        </p:nvSpPr>
        <p:spPr>
          <a:xfrm>
            <a:off x="5427408" y="3607825"/>
            <a:ext cx="1907458" cy="236465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Olis Bahari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Responsible For Merging Files and Code Verification and Validation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8F89FE8-3768-633B-004D-7D71CA2B9277}"/>
              </a:ext>
            </a:extLst>
          </p:cNvPr>
          <p:cNvCxnSpPr>
            <a:cxnSpLocks/>
          </p:cNvCxnSpPr>
          <p:nvPr/>
        </p:nvCxnSpPr>
        <p:spPr>
          <a:xfrm>
            <a:off x="4517924" y="4780320"/>
            <a:ext cx="90948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9786AE71-7AF7-2493-91AC-9776C98BE3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10628" y="2192053"/>
            <a:ext cx="1413234" cy="1398642"/>
          </a:xfrm>
          <a:prstGeom prst="bentConnector3">
            <a:avLst>
              <a:gd name="adj1" fmla="val 129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985D993-E653-EB35-EE40-8AA495683CC3}"/>
              </a:ext>
            </a:extLst>
          </p:cNvPr>
          <p:cNvCxnSpPr>
            <a:stCxn id="28" idx="3"/>
          </p:cNvCxnSpPr>
          <p:nvPr/>
        </p:nvCxnSpPr>
        <p:spPr>
          <a:xfrm>
            <a:off x="4517924" y="3945808"/>
            <a:ext cx="454742" cy="83451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F9FDC4B2-F540-49DF-BFE4-777664E9D02F}"/>
              </a:ext>
            </a:extLst>
          </p:cNvPr>
          <p:cNvCxnSpPr>
            <a:stCxn id="30" idx="3"/>
          </p:cNvCxnSpPr>
          <p:nvPr/>
        </p:nvCxnSpPr>
        <p:spPr>
          <a:xfrm flipV="1">
            <a:off x="4517924" y="4790154"/>
            <a:ext cx="454742" cy="84434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3E8DF68-486B-1D74-59EB-DF1C6424DBCA}"/>
              </a:ext>
            </a:extLst>
          </p:cNvPr>
          <p:cNvCxnSpPr/>
          <p:nvPr/>
        </p:nvCxnSpPr>
        <p:spPr>
          <a:xfrm>
            <a:off x="4527753" y="1362994"/>
            <a:ext cx="454742" cy="83451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BB17E9F7-38A5-857F-01AE-1C82A237A470}"/>
              </a:ext>
            </a:extLst>
          </p:cNvPr>
          <p:cNvCxnSpPr>
            <a:cxnSpLocks/>
          </p:cNvCxnSpPr>
          <p:nvPr/>
        </p:nvCxnSpPr>
        <p:spPr>
          <a:xfrm flipV="1">
            <a:off x="4527753" y="2207340"/>
            <a:ext cx="454742" cy="84434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10F234B-F9A3-CC45-8D86-2D18C698533D}"/>
              </a:ext>
            </a:extLst>
          </p:cNvPr>
          <p:cNvSpPr/>
          <p:nvPr/>
        </p:nvSpPr>
        <p:spPr>
          <a:xfrm>
            <a:off x="7821558" y="3597991"/>
            <a:ext cx="1907458" cy="236465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Submit Code in ipynb and PDF Format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Merge Reflection Journal  Files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Into Two PDF Format Files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EC28C65-DD53-FE05-F909-5A12AB897C0B}"/>
              </a:ext>
            </a:extLst>
          </p:cNvPr>
          <p:cNvSpPr txBox="1"/>
          <p:nvPr/>
        </p:nvSpPr>
        <p:spPr>
          <a:xfrm>
            <a:off x="3347884" y="0"/>
            <a:ext cx="5496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Midterm Workflow Process Team Task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149D795F-8F46-AE50-213B-CE79D72604EA}"/>
              </a:ext>
            </a:extLst>
          </p:cNvPr>
          <p:cNvCxnSpPr>
            <a:stCxn id="36" idx="1"/>
            <a:endCxn id="35" idx="3"/>
          </p:cNvCxnSpPr>
          <p:nvPr/>
        </p:nvCxnSpPr>
        <p:spPr>
          <a:xfrm rot="10800000" flipV="1">
            <a:off x="9625779" y="1364225"/>
            <a:ext cx="658763" cy="820533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6DC1B4F6-B069-6D67-4003-CFD90AF08E8F}"/>
              </a:ext>
            </a:extLst>
          </p:cNvPr>
          <p:cNvCxnSpPr>
            <a:stCxn id="38" idx="1"/>
            <a:endCxn id="35" idx="3"/>
          </p:cNvCxnSpPr>
          <p:nvPr/>
        </p:nvCxnSpPr>
        <p:spPr>
          <a:xfrm rot="10800000">
            <a:off x="9625779" y="2184759"/>
            <a:ext cx="658763" cy="86815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23D8D58-2947-8220-95D4-298665525A1B}"/>
              </a:ext>
            </a:extLst>
          </p:cNvPr>
          <p:cNvCxnSpPr>
            <a:stCxn id="37" idx="1"/>
            <a:endCxn id="35" idx="3"/>
          </p:cNvCxnSpPr>
          <p:nvPr/>
        </p:nvCxnSpPr>
        <p:spPr>
          <a:xfrm flipH="1">
            <a:off x="9625778" y="2184759"/>
            <a:ext cx="6587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D75F8F7-588B-7E40-3B11-3753AF6771F5}"/>
              </a:ext>
            </a:extLst>
          </p:cNvPr>
          <p:cNvSpPr txBox="1"/>
          <p:nvPr/>
        </p:nvSpPr>
        <p:spPr>
          <a:xfrm>
            <a:off x="11670703" y="0"/>
            <a:ext cx="542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V4.0</a:t>
            </a: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C34E1092-8FB0-96B3-9D6E-885F88969978}"/>
              </a:ext>
            </a:extLst>
          </p:cNvPr>
          <p:cNvCxnSpPr>
            <a:cxnSpLocks/>
            <a:stCxn id="35" idx="1"/>
          </p:cNvCxnSpPr>
          <p:nvPr/>
        </p:nvCxnSpPr>
        <p:spPr>
          <a:xfrm rot="10800000" flipV="1">
            <a:off x="6937249" y="2184758"/>
            <a:ext cx="987549" cy="142306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626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54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Olis Bahari</dc:creator>
  <cp:lastModifiedBy>Olis Bahari</cp:lastModifiedBy>
  <cp:revision>37</cp:revision>
  <dcterms:created xsi:type="dcterms:W3CDTF">2026-10-07T11:59:10Z</dcterms:created>
  <dcterms:modified xsi:type="dcterms:W3CDTF">2026-10-09T12:05:06Z</dcterms:modified>
</cp:coreProperties>
</file>